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 was engaged throughout. Dana joined late and pushed hard on the security evidence. Do not open the next meeting with commercials - security has to be resolved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 asked us to quantify the incident reduction in currency terms for the CFO. That analysis has not been produced yet. Elena Voss will ask for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matters. Every one of these is on our side, not theirs. Dana said plainly she will not approve without the SOC 2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Ravi pushed for 15%. I did not commit to any number. Deal desk floor is 1.18M - do not go below that without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Traders - Q2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Reviewed 19 August 2026</a:t>
            </a:r>
          </a:p>
          <a:p>
            <a:pPr/>
            <a:r>
              <a:t>Presented by Priya Raman</a:t>
            </a:r>
          </a:p>
          <a:p>
            <a:pPr/>
            <a:r>
              <a:t>Attendees: Marcus Feld, Dana Kowalski, Ravi Chandra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and value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active usage up 22% year on year</a:t>
            </a:r>
          </a:p>
          <a:p>
            <a:pPr/>
            <a:r>
              <a:t>Security incidents down 31% since deployment</a:t>
            </a:r>
          </a:p>
          <a:p>
            <a:pPr/>
            <a:r>
              <a:t>Analytics pilot live with 40 users in the logistics planning team</a:t>
            </a:r>
          </a:p>
          <a:p>
            <a:pPr/>
            <a:r>
              <a:t>Support satisfaction 4.4 out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items before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2 Type II evidence pack - owner Priya - NOT STARTED</a:t>
            </a:r>
          </a:p>
          <a:p>
            <a:pPr/>
            <a:r>
              <a:t>Data residency questionnaire - owner Priya - in progress</a:t>
            </a:r>
          </a:p>
          <a:p>
            <a:pPr/>
            <a:r>
              <a:t>DPA redlines with legal - open since 4 August</a:t>
            </a:r>
          </a:p>
          <a:p>
            <a:pPr/>
            <a:r>
              <a:t>Cost-per-seat benchmark for CFO - not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renewal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Three-year term, 30 November 2026 start</a:t>
            </a:r>
          </a:p>
          <a:p>
            <a:pPr/>
            <a:r>
              <a:t>Target value USD 1.31M annually</a:t>
            </a:r>
          </a:p>
          <a:p>
            <a:pPr/>
            <a:r>
              <a:t>Seat growth from 4,200 to 4,450</a:t>
            </a:r>
          </a:p>
          <a:p>
            <a:pPr/>
            <a:r>
              <a:t>Discount discussion deferred to the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